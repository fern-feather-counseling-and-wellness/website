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Neurobiology of Trauma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Understanding the Brain &amp; Body's Response to Traumatic Experience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What You'll Learn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• The stress response system: HPA axis &amp; cortisol</a:t>
            </a:r>
          </a:p>
          <a:p>
            <a:pPr>
              <a:spcAft>
                <a:spcPts val="1200"/>
              </a:spcAft>
              <a:defRPr sz="2400"/>
            </a:pPr>
            <a:r>
              <a:t>• How trauma rewires the brain (amygdala, hippocampus, prefrontal cortex)</a:t>
            </a:r>
          </a:p>
          <a:p>
            <a:pPr>
              <a:spcAft>
                <a:spcPts val="1200"/>
              </a:spcAft>
              <a:defRPr sz="2400"/>
            </a:pPr>
            <a:r>
              <a:t>• Window of tolerance &amp; emotional regulation</a:t>
            </a:r>
          </a:p>
          <a:p>
            <a:pPr>
              <a:spcAft>
                <a:spcPts val="1200"/>
              </a:spcAft>
              <a:defRPr sz="2400"/>
            </a:pPr>
            <a:r>
              <a:t>• Somatic manifestations of trauma</a:t>
            </a:r>
          </a:p>
          <a:p>
            <a:pPr>
              <a:spcAft>
                <a:spcPts val="1200"/>
              </a:spcAft>
              <a:defRPr sz="2400"/>
            </a:pPr>
            <a:r>
              <a:t>• Polyvagal theory: Science vs. controversy</a:t>
            </a:r>
          </a:p>
          <a:p>
            <a:pPr>
              <a:spcAft>
                <a:spcPts val="1200"/>
              </a:spcAft>
              <a:defRPr sz="2400"/>
            </a:pPr>
            <a:r>
              <a:t>• Evidence-based interventions for trauma recovery</a:t>
            </a:r>
          </a:p>
          <a:p>
            <a:pPr>
              <a:spcAft>
                <a:spcPts val="1200"/>
              </a:spcAft>
              <a:defRPr sz="2400"/>
            </a:pPr>
            <a:r>
              <a:t>• Integrating biology with therapeutic 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